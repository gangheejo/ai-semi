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한정됩니다. 각도를 1024단계로 늘려 다시 합성했더니 표가 19071제곱마이크로미터, 직접 행렬곱이 5209제곱마이크로미터로 결과가 뒤집혔습니다.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5나노초에서 일반 레지스터 경로에 hold 마이너스 7피코초, setup 마이너스 19피코초 위반이 남았고, signoff 단계 ECO로는 setup이 오히려 나빠져 채택하지 않았습니다. 클록을 5.2나노초로 늦춘 결과는 오른쪽 열에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(x, y)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 (미세하게만)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칸마다 이벤트 유무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RTL로 검증한 크기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로봇팔 목표(제안)</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센서 패치</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4×4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256×256</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30~50 cm 근접 작업에서 부품 디테일 인식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64×64 (쓰기 경로+메모리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이내라 파노라마처럼 무한히 커지지 않음, 패치의 2~4배면 충분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회전각 단계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약 0.18°/단계(180°/1024), 그립 정밀도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자율주행: 이동이 지배적이라 전제가 깨짐</a:t>
            </a:r>
            <a:endParaRPr lang="en-US" sz="1600" dirty="0"/>
          </a:p>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주소 + 극성</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비트맵 + 훔치기 버퍼</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사이클당 최대 8 이벤트</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RMCM: 4096가지</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표 하나로 대체</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레인별 FIFO + 중재</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외부 공급 또는</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dirty="0">
                <a:solidFill>
                  <a:srgbClr val="0066CC"/>
                </a:solidFill>
                <a:latin typeface="나눔스퀘어 네오 Bold" pitchFamily="34" charset="0"/>
                <a:ea typeface="나눔스퀘어 네오 Bold" pitchFamily="34" charset="-122"/>
                <a:cs typeface="나눔스퀘어 네오 Bold"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256각도에서는 계산 대신 표가 이겼다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200 MHz 타이밍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슬랙</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행렬곱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 ps (턱걸이)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−252 ps (위반)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RMCM</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+2,187 ps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Genus 합성, 5 ns, GPDK045. 입력 4096가지(256각도) 기준, RMCM은 직접 행렬곱과 bit-exact. 1024각도에서는 RMCM 19,071 µm²·0.297 mW·+1,178 ps, 직접 행렬곱 5,209 µm²·0.279 mW·0 ps.</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곱셈기를 없애는 것이 항상 이득은 아니다. 256각도(입력 4,096가지)에서는 표가 이겼지만, 1024각도(16,384가지)에서는 표가 직접 행렬곱보다 3.7배 커서 결과가 뒤집혔다.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범위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좌표 변환 전수 검사 (RMCM RTL)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16 로컬 좌표 × 1024각도 = 16,384가지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16,384/16,384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실제 이벤트 재생 (UZH, 통합 회로)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8,503개 이벤트 + 실제 자세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손실 0, 90칸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스트레스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20,000 사이클, 20% 도착률, 매 사이클 θ 변경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(20,241건), 528칸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θ 추정기 RTL vs 오라클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이벤트 300개의 매 추정값 (1024각도, 외부 SRAM 포트 버전)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blink vs 항상-켬 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유휴 100~6000 사이클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overrun·메모리 이미지 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시뮬레이션 (P&amp;R 후 netlist +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6,000사이클 + 메모리 4,096칸 읽기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RTL과 출력 10,097줄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theta_idx: 그 순간의 회전각 번호</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8,503개 → 쓰기 8,503건, 손실(overrun)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20,000 사이클, 도착률 20%, 매 사이클 θ 변경</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20,241건 모두 기대값과 일치, 손실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 이후 최적화의 초점은</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코어 로직이 아니라</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전력 2.522 → 0.870 mW (−65.5%)</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200 MHz에서 칩이 일하는 비율 (실제 DELTA)</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비율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8개/사이클 버스트 가정 (하한)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3.1% (p90 5.4%)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포트 1건/사이클 상한 가정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 blink top P&amp;R(5.2 ns): DRC·antenna 0, setup +0.022 ns, hold −0.010 ns(181경로), 5.94 mW.</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물리 검증: 클록 게이팅 hold는 구조로 해결, 일반 경로에 ps 단위 잔여</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래치+AND 분리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 @5.2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−0.030 ns (13)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−0.010 ns (135)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(34)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(61)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−0.019 ns (1)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+0.077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(vectorless)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5.89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6.11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5.72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표준셀 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159,459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162,312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160,213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괄호 안은 위반 경로 수. 5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래치+AND → 통합 클록게이트 셀로 hold 해결. ECO·hold 목표 강화는 setup이 깨져(−0.04~−1.17 ns) 미채택</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일반 경로 ps 단위 잔여 위반. 클록 여유로 흡수하는 것이 현재 해법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방법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실시간 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UZH 20곳 평균 / 최악 오차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Contrast maximization (순수 인과)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11.7° / 59.4°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forward-backward 평활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 / 44.3°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batch bundle adjustment</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11.5° / 28.7°</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bounded-lag (L=8 윈도우, 128 이벤트 FIFO)</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 (지연 L)</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10.6° / 50.3°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420624">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 (1차)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최종 결합판 0.47%(UZH 실측)</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항상-켬과 출력·메모리 일치, 유휴 전력 −71%(시험 입력)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−65.5%, 면적 −5%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기각·정정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장면에서만 이득, 실제 DELTA 프레임에서 이득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평균 23.4°→8.5°이나 RobotEvt 36.1°→34.9°(기준 25.3° 미달), 사전 등록 기준 미통과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55.5%(기준 50% 이하 미달), 칸은 13~17%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카운터 감쇠(K=4096): UZH 23.4°→23.8°, RobotEvt 36.1°→36.0°(0.8배 기준 미달)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최근 쓰기 캐시 (감각 기억)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7A7A7A"/>
                          </a:solidFill>
                          <a:latin typeface="나눔스퀘어 네오 Bold" pitchFamily="34" charset="0"/>
                          <a:ea typeface="나눔스퀘어 네오 Bold" pitchFamily="34" charset="-122"/>
                          <a:cs typeface="나눔스퀘어 네오 Bold"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64항목만 전력 −16%/면적 +5.5%, 필수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곱셈기 없는 표 기반 좌표 변환, bit-exact 검증</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메모리 클록 게이팅(−65.5%)과 blink로 구조적 전력 절감</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실제 센서·로봇팔 데이터로 검증, 안 되는 것은 기각</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회전각 추정 정확도가 장면에 크게 의존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시차(깊이) 보정은 소프트웨어만, RTL 미반영</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1024각도 목표 크기에서는 좌표 변환 표(RMCM) 19,071 µm²가 직접 행렬곱 5,209 µm²보다 3.7배 커서 직접 행렬곱이 맞음(단, 슬랙 0 ps로 여유 없음)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표 기반 좌표 변환 (256각도에서 면적 2.5배↓, 전력 4.8배↓)</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P&amp;R: DRC·antenna 0건, 클록 게이팅 hold는 ICG로 해결</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dirty="0">
                <a:solidFill>
                  <a:srgbClr val="CCCCCC"/>
                </a:solidFill>
                <a:latin typeface="나눔스퀘어 네오 Bold" pitchFamily="34" charset="0"/>
                <a:ea typeface="나눔스퀘어 네오 Bold" pitchFamily="34" charset="-122"/>
                <a:cs typeface="나눔스퀘어 네오 Bold"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2026-10-26T08:59:27Z</dcterms:created>
  <dcterms:modified xsi:type="dcterms:W3CDTF">2026-10-26T08:59:27Z</dcterms:modified>
</cp:coreProperties>
</file>