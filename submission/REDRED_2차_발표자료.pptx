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한정됩니다. 각도를 1024단계로 늘려 다시 합성했더니 표가 19071제곱마이크로미터, 직접 행렬곱이 5209제곱마이크로미터로 결과가 뒤집혔습니다.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일반 레지스터 경로에는 hold 마이너스 7피코초가 남았습니다. 이 경로는 월드 메모리 플립플롭이 자기 자신으로 돌아오는 짧은 경로입니다. 지연 버퍼를 새로 넣는 방법은 메모리 배열에 빈자리가 없어 버퍼가 멀리 밀려나면서 setup이 깨졌습니다. 그래서 해당 경로의 선택 회로 292개를 한 단계 느린 셀로 교체하고 남은 setup 위반 한 경로를 후처리로 고쳤습니다. 5.2나노초에서 hold와 setup 위반이 모두 0건이 됐고, RTL과 배치배선 넷리스트의 게이트 시뮬레이션도 일치합니다. 오른쪽 열이 그 결과입니다. hold 여유는 3피코초로 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지도 제작 방식으로는 키프레임과 루프 클로저를 쓰는 SLAM식 구조도 시험했는데, 합성 데이터와 실제 DELTA 영상 모두에서 현재 구조보다 나아지지 않고 메모리만 커져서 채택하지 않았습니다.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256각도에서는 계산 대신 표가 이겼다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1024각도에서는 RMCM 19,071 µm²·0.297 mW·+1,178 ps, 직접 행렬곱 5,209 µm²·0.279 mW·0 ps.</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256각도(입력 4,096가지)에서는 표가 이겼지만, 1024각도(16,384가지)에서는 표가 직접 행렬곱보다 3.7배 커서 결과가 뒤집혔다.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 blink top P&amp;R(5.2 ns, hold ECO 후): DRC·antenna 0, setup +0.069 ns, hold 위반 0(여유 0 ps), 5.97 mW. ECO 전에는 hold −0.010 ns(181경로).</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hold는 구조 수정과 ECO로 해결, 5.2 ns에서 위반 0건</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 + hold ECO</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+0.003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+0.028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5.75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160,682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앞 두 열 5.0 ns, 오른쪽 열 5.2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 reg2reg hold는 hold mux 292개를 느린 셀로 교체하는 ECO로 해결(5.2 ns)</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hold 여유 +3 ps로 얇음(팀 공통 uncertainty 0.1 ns 기준). 5.0 ns는 setup이 안 닫힘(원본도 −19 ps). blink top 5.2 ns도 같은 ECO로 위반 0</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이산 베이즈 필터, UZH 300개 재생에서 오라클과 비트 단위 일치. 합성 584,631 µm²·14.5 mW(60%가 belief 메모리 FF), 단독 P&amp;R은 타이밍 미달(−17.7 ns) → SRAM 필요.</a:t>
            </a:r>
            <a:endParaRPr lang="en-US" sz="12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384048">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55.5%(기준 50% 이하 미달), 칸은 13~17%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카운터 감쇠(K=4096): UZH 23.4°→23.8°, RobotEvt 36.1°→36.0°(0.8배 기준 미달)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키프레임 + 자세 그래프 + 루프 클로저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오차 0.35~0.40°(현재) 대 0.43~1.0°, 실제 DELTA 지도 정합 0.241 → 0.18~0.20, 메모리 3.7배(7.86 Mbit)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1024각도 목표 크기에서는 좌표 변환 표(RMCM) 19,071 µm²가 직접 행렬곱 5,209 µm²보다 3.7배 커서 직접 행렬곱이 맞음(단, 슬랙 0 ps로 여유 없음)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(256각도에서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P&amp;R(5.2 ns, 행 게이팅 통합 설계와 blink top): DRC·antenna·hold·setup 위반 0건</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2026-10-28T06:29:24Z</dcterms:created>
  <dcterms:modified xsi:type="dcterms:W3CDTF">2026-10-28T06:29:24Z</dcterms:modified>
</cp:coreProperties>
</file>