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한정된다는 점도 함께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5나노초에서 일반 레지스터 경로에 hold 마이너스 7피코초, setup 마이너스 19피코초 위반이 남았고, signoff 단계 ECO로는 setup이 오히려 나빠져 채택하지 않았습니다. 클록을 5.2나노초로 늦춘 결과는 오른쪽 열에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변환은 계산을 줄이지 않고 아예 표로 바꿨다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 RMCM(16,384가지)은 면적 19,071 µm², 0.297 mW, 슬랙 +1,178 ps(256각도의 15.9배 면적).</a:t>
            </a:r>
            <a:endParaRPr lang="en-US" sz="13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입력 후보가 몇 가지로 좁을 때는 계산을 없애고 표로 대체하는 쪽이 이겼다. (이 결론은 입력 공간이 큰 경우엔 달라질 수 있다.)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클록 게이팅 hold는 구조로 해결, 일반 경로에 ps 단위 잔여</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(61)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+0.077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5.72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160,213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5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셀로 hold 해결. signoff ECO는 setup −0.040 ns로 악화되어 미채택</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일반 경로 ps 단위 잔여 위반. 클록 여유로 흡수하는 것이 현재 해법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이산 베이즈 필터를 고정소수점으로 구현. UZH 이벤트 300개 재생에서 오라클과 비트 단위로 일치(1024각도 버전).</a:t>
            </a:r>
            <a:endParaRPr lang="en-US" sz="13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493776">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93776">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좌표 변환 표(RMCM)는 1024각도로 늘리면 항목이 16배(16,384가지)가 되어 면적이 15.9배(1,199→19,071 µm²). 이 크기에서 직접 행렬곱과의 비교는 아직 안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 DRC·antenna 0건, 클록 게이팅 hold는 ICG로 해결</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2026-10-26T05:52:35Z</dcterms:created>
  <dcterms:modified xsi:type="dcterms:W3CDTF">2026-10-26T05:52:35Z</dcterms:modified>
</cp:coreProperties>
</file>